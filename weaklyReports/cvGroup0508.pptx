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2.png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2.png"/><Relationship Id="rId2" Type="http://schemas.openxmlformats.org/officeDocument/2006/relationships/tags" Target="../tags/tag6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1053465"/>
            <a:ext cx="9799320" cy="1431925"/>
          </a:xfrm>
        </p:spPr>
        <p:txBody>
          <a:bodyPr/>
          <a:p>
            <a:r>
              <a:rPr lang="en-US" altLang="zh-CN" sz="5000"/>
              <a:t>Chp8.1 Matching and Cost</a:t>
            </a:r>
            <a:endParaRPr lang="en-US" altLang="zh-CN" sz="5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06090" y="3587070"/>
            <a:ext cx="9799200" cy="1472400"/>
          </a:xfrm>
        </p:spPr>
        <p:txBody>
          <a:bodyPr>
            <a:normAutofit lnSpcReduction="10000"/>
          </a:bodyPr>
          <a:p>
            <a:r>
              <a:rPr lang="en-US" altLang="zh-CN"/>
              <a:t>CV Group</a:t>
            </a:r>
            <a:endParaRPr lang="en-US" altLang="zh-CN"/>
          </a:p>
          <a:p>
            <a:r>
              <a:rPr lang="en-US" altLang="zh-CN"/>
              <a:t>Presenter: Li Zhekai</a:t>
            </a:r>
            <a:endParaRPr lang="en-US" altLang="zh-CN"/>
          </a:p>
          <a:p>
            <a:r>
              <a:rPr lang="en-US" altLang="zh-CN"/>
              <a:t>May 8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What is DISPARITY?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14450" y="2209165"/>
            <a:ext cx="9072880" cy="35134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825" y="228670"/>
            <a:ext cx="10969200" cy="705600"/>
          </a:xfrm>
        </p:spPr>
        <p:txBody>
          <a:bodyPr/>
          <a:p>
            <a:r>
              <a:rPr lang="en-US" altLang="zh-CN">
                <a:cs typeface="Arial" panose="020B0604020202020204" pitchFamily="34" charset="0"/>
              </a:rPr>
              <a:t>How to find the ACTUAL p?</a:t>
            </a:r>
            <a:endParaRPr lang="en-US" altLang="zh-CN">
              <a:cs typeface="Arial" panose="020B0604020202020204" pitchFamily="34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5445" y="1000760"/>
            <a:ext cx="11420475" cy="56432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805" y="221050"/>
            <a:ext cx="10969200" cy="705600"/>
          </a:xfrm>
        </p:spPr>
        <p:txBody>
          <a:bodyPr/>
          <a:p>
            <a:r>
              <a:rPr lang="en-US" altLang="zh-CN"/>
              <a:t>Step 1: apply sliding windows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1145" y="1190625"/>
            <a:ext cx="6993255" cy="2653665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22085" y="4018915"/>
            <a:ext cx="5352415" cy="26447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Step 2: chose an ERROR function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1515" y="1470660"/>
            <a:ext cx="6254115" cy="9099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" y="2616835"/>
            <a:ext cx="7787640" cy="10109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" y="4132580"/>
            <a:ext cx="6190615" cy="5861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Step 3: construct an 3D cost matrix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8330" y="1686560"/>
            <a:ext cx="8283575" cy="9575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2864485"/>
            <a:ext cx="7200900" cy="33915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Step 4: use local matching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52445" y="2823845"/>
            <a:ext cx="6400800" cy="24574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98195" y="1469390"/>
            <a:ext cx="9730105" cy="45231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/>
              <a:t>1. Global matching is a disaster</a:t>
            </a:r>
            <a:endParaRPr lang="en-US" altLang="zh-CN" sz="2400"/>
          </a:p>
          <a:p>
            <a:pPr algn="l"/>
            <a:endParaRPr lang="en-US" altLang="zh-CN" sz="2400"/>
          </a:p>
          <a:p>
            <a:pPr algn="l"/>
            <a:r>
              <a:rPr lang="en-US" altLang="zh-CN" sz="2400"/>
              <a:t>2. </a:t>
            </a:r>
            <a:r>
              <a:rPr lang="en-US" altLang="zh-CN" sz="2400" b="1"/>
              <a:t>Semi-global matching</a:t>
            </a:r>
            <a:r>
              <a:rPr lang="en-US" altLang="zh-CN" sz="2400"/>
              <a:t> (left) &amp; </a:t>
            </a:r>
            <a:r>
              <a:rPr lang="en-US" altLang="zh-CN" sz="2400" b="1"/>
              <a:t>belief-propagation matching</a:t>
            </a:r>
            <a:r>
              <a:rPr lang="en-US" altLang="zh-CN" sz="2400"/>
              <a:t> (right)</a:t>
            </a:r>
            <a:endParaRPr lang="en-US" altLang="zh-CN" sz="2400"/>
          </a:p>
          <a:p>
            <a:pPr algn="l"/>
            <a:endParaRPr lang="en-US" altLang="zh-CN" sz="2400"/>
          </a:p>
          <a:p>
            <a:pPr algn="l"/>
            <a:endParaRPr lang="en-US" altLang="zh-CN" sz="2400"/>
          </a:p>
          <a:p>
            <a:pPr algn="l"/>
            <a:endParaRPr lang="en-US" altLang="zh-CN" sz="2400"/>
          </a:p>
          <a:p>
            <a:pPr algn="l"/>
            <a:endParaRPr lang="en-US" altLang="zh-CN" sz="2400"/>
          </a:p>
          <a:p>
            <a:pPr algn="l"/>
            <a:endParaRPr lang="en-US" altLang="zh-CN" sz="2400"/>
          </a:p>
          <a:p>
            <a:pPr algn="l"/>
            <a:endParaRPr lang="en-US" altLang="zh-CN" sz="2400"/>
          </a:p>
          <a:p>
            <a:pPr algn="l"/>
            <a:endParaRPr lang="en-US" altLang="zh-CN" sz="2400"/>
          </a:p>
          <a:p>
            <a:pPr algn="l"/>
            <a:endParaRPr lang="en-US" altLang="zh-CN" sz="2400"/>
          </a:p>
          <a:p>
            <a:pPr algn="l"/>
            <a:r>
              <a:rPr lang="en-US" altLang="zh-CN" sz="2400"/>
              <a:t>3. Finally shrinkage to local matching</a:t>
            </a:r>
            <a:endParaRPr lang="en-US" altLang="zh-CN" sz="2400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83875" y="5765235"/>
            <a:ext cx="10969200" cy="705600"/>
          </a:xfrm>
        </p:spPr>
        <p:txBody>
          <a:bodyPr/>
          <a:p>
            <a:r>
              <a:rPr lang="en-US" altLang="zh-CN"/>
              <a:t>Global vs. Local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7190" y="281305"/>
            <a:ext cx="6844030" cy="62953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Step 5: go through confidence measures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8190" y="1730375"/>
            <a:ext cx="3528695" cy="12592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55820" y="1945005"/>
            <a:ext cx="567309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/>
              <a:t>R</a:t>
            </a:r>
            <a:r>
              <a:rPr lang="zh-CN" altLang="en-US" sz="2400"/>
              <a:t>eplace the resulting disparities with low</a:t>
            </a:r>
            <a:endParaRPr lang="zh-CN" altLang="en-US" sz="2400"/>
          </a:p>
          <a:p>
            <a:pPr algn="l"/>
            <a:r>
              <a:rPr lang="zh-CN" altLang="en-US" sz="2400"/>
              <a:t>confidence</a:t>
            </a:r>
            <a:r>
              <a:rPr lang="en-US" altLang="zh-CN" sz="2400"/>
              <a:t> with special label -1.</a:t>
            </a:r>
            <a:endParaRPr lang="en-US" altLang="zh-CN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405" y="3207385"/>
            <a:ext cx="8209915" cy="3021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Thanks.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UNIT_PLACING_PICTURE_USER_VIEWPORT" val="{&quot;height&quot;:5025,&quot;width&quot;:10170}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UNIT_PLACING_PICTURE_USER_VIEWPORT" val="{&quot;height&quot;:5025,&quot;width&quot;:10170}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WPS 演示</Application>
  <PresentationFormat>宽屏</PresentationFormat>
  <Paragraphs>40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Chp8.1 Matching and Cost</vt:lpstr>
      <vt:lpstr>What is DISPARITY?</vt:lpstr>
      <vt:lpstr>How to find the ACTUAL p?</vt:lpstr>
      <vt:lpstr>Step 1: apply sliding windows</vt:lpstr>
      <vt:lpstr>Step 2: chose an ERROR function</vt:lpstr>
      <vt:lpstr>Step 3: construct an 3D cost matrix</vt:lpstr>
      <vt:lpstr>Step 4: use local matching</vt:lpstr>
      <vt:lpstr>Global vs. Local</vt:lpstr>
      <vt:lpstr>Step 5: go through confidence measures</vt:lpstr>
      <vt:lpstr>Thanks.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Lee</cp:lastModifiedBy>
  <cp:revision>174</cp:revision>
  <dcterms:created xsi:type="dcterms:W3CDTF">2019-06-19T02:08:00Z</dcterms:created>
  <dcterms:modified xsi:type="dcterms:W3CDTF">2021-05-09T00:48:35Z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9DC3AFB84F0E4CA4A3436C4A574D91B8</vt:lpwstr>
  </property>
</Properties>
</file>